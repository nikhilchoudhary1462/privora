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8404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⚡ BUILT WITH iNSIGHTS AI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AegisGuard</a:t>
            </a:r>
          </a:p>
          <a:p>
            <a:pPr>
              <a:defRPr sz="2200" b="1">
                <a:solidFill>
                  <a:srgbClr val="6366F1"/>
                </a:solidFill>
              </a:defRPr>
            </a:pPr>
            <a:r>
              <a:t>Zero-Knowledge Client-Side AI Privacy Shield &amp; Cryptographic Vault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Engineered with iNSIGHTS (https://insights-ai.info) • 100% Local Intelligence • Mathematical FPE • WebAuthn Passkeys • Serverless P2P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🧠 Local Autonomous AI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Client-side OCR, facial recognition, Verhoeff/Luhn checksums, and onnx SLM running 100% in-browser with 0 bytes sent to external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🔐 Cryptographic Security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AES-256-GCM envelope encryption, WebAuthn biometric passkeys, zero-disk RAM viewer, and SHA-256 anti-tamper rejection.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⚡ iNSIGHTS AI Do-Engine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Built on top of iNSIGHTS ecosystem workflows (insights-ai.info) for automated agent reasoning, project intelligence, and PII interception.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Critical Privacy Dilemma in Modern Workflows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conventional redaction and cloud-based AI tools create catastrophic data 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1. Accidental AI Leaks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Users and employees paste Aadhaar, PAN, SSN, API keys, and medical records into public LLMs (ChatGPT, Claude, Gemini).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Cloud-based DLP solutions inspect data by uploading sensitive plaintext to third-party servers.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Creates instant violations of DPDP Act 2023, GDPR, HIPAA, and PCI-DSS.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2. Broken Visual Redaction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Standard redaction overlays superficial black rectangles that can easily be removed in PDF editors.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Underlying OCR text layers remain completely intact in exported documents.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EXIF GPS coordinates, camera serial numbers, and device timestamps remain embedded in shared media.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3. Irreversible Destruction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Traditional static masking destroys data permanently, breaking testing and functional pipelines.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Mock systems crash because static masks fail checksum algorithms (Verhoeff D5, Luhn Mod10).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Organizations lack sovereign, zero-server storage with verifiable cryptographic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PLATFORM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Empowered by the iNSIGHTS AI Ecosystem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iNSIGHTS (https://insights-ai.info) accelerated agent workflows, intelligence, and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1. AI Do-Engine &amp; Project Hub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Leveraged iNSIGHTS (insights-ai.info) as the AI execution layer to architect and orchestrate AegisGuard's complex multi-tier pipelines.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Accelerated agent workflow modeling, transforming static privacy rules into autonomous, action-driven decision paths.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Structured the Project Hub milestones for robust multi-modal data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2. Agentic Workflow Orchestration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Built AegisGuard's Phase-2 Autonomous Agent layer following iNSIGHTS agentic execution principles.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Enabled deterministic risk scoring (0-100) and regulatory mapping across DPDP, GDPR, HIPAA, and PCI-DSS.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Empowered autonomous pipeline selection (Region Encrypt vs Synthetic Mask vs Metadata Redact).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Real-World Student &amp; Dev Impact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Aligned with iNSIGHTS mission to build real-world, actionable, privacy-preserving AI tools.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Allows students and developers using iNSIGHTS to safely interact with AI models without data leakage.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Provides a reusable, zero-server privacy layer for future iNSIGHTS community projects.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Zero-Server Privacy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Multi-stage client-side pipeline transforming raw documents into mathematically protected assets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21945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Stage 1: Multi-Modal Ingestion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Multi-Page PDF parsing via PDF.js worker.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Tesseract.js OCR in isolated Web Workers.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OpenCV Haar-Cascade face detection.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Automated EXIF/GPS metadata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55648"/>
            <a:ext cx="21945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Stage 2: Hybrid Detection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Multi-pattern PII &amp; Secrets Regex Engine.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Mathematical Checksums: Verhoeff &amp; Luhn.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Structured format validators (PAN, Passport).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Confidence scoring &amp; bounding box tagging.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55648"/>
            <a:ext cx="21945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Stage 3: iNSIGHTS AI Agent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Local Small Language Model (SLM) via ONNX Runtime.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Deterministic policy rules fallback engine.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Risk score calculation (0 to 100).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Compliance standard mapping (GDPR, DPDP).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55648"/>
            <a:ext cx="219456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Stage 4: Cryptographic Vault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Envelope Encryption (AES-256-GCM + WebAuthn KEK).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Reversible FPE Synthetic data replacement.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IndexedDB zero-server local encrypted vault.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Zero-disk RAM viewer &amp; WebRTC P2P sharing.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PROTECTION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Four Specialized Client-Side Pipelines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Tailored cryptographic and synthetic transformations based on file category and risk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463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1. AES-256-GCM Region Encryption (Visual Locking)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Slices raw bounding box pixels into isolated byte buffers and encrypts them with AES-GCM.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Renders high-entropy pixelation &amp; dark masks directly onto image and multi-page PDF canvases.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Preserves document geometry while rendering sensitive areas completely unrecoverable without DEK.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463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2. Reversible Synthetic Pseudonymization (FPE)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Substitutes PII with mathematically valid synthetic personas preserving structure and format.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Generates checksum-compliant Aadhaar numbers (Verhoeff D5) and Credit Cards (Luhn 10).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Allows safe document sharing with AI models and external teams while retaining reversibility.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78808"/>
            <a:ext cx="48463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3. Hardware &amp; Geolocation Metadata Redaction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Inspects and strips EXIF APP1 segments, GPS latitude/longitude, and camera serials from media.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Recompresses clean image binaries locally without uploading to external APIs.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Ideal for social media publishing, KYC uploads, and investigative journalism.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120640" cy="2148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78808"/>
            <a:ext cx="4846320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4. Full-File Envelope Encryption (Max Security)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Encrypts entire binary payload with authenticated AES-256-GCM cipher.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Wraps per-file DEK with WebAuthn-derived master KEK.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Complete file access locked behind biometric authentication or master PIN.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MATHEMATICAL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Format-Preserving Synthetic Replacement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Realistic, checksum-compliant mock data generation that passes validation checks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Verhoeff D5 Algorithm (Aadhaar)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Dihedral Group D5 permutation-based checksum.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AegisGuard generates 12-digit numbers that pass official UIDAI Verhoeff validation.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Avoids leading 0 or 1 per Aadhaar standard specification.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Ensures synthetic identity documents pass portal validations.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Luhn Mod-10 (Payment Cards)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Mod-10 checksum validation for Visa, Mastercard, and Amex.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Calculates accurate check digits based on synthetic BIN ranges.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Replaces live PANs with structurally sound mock numbers for safe AI analysis.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Allows safe testing of billing and OCR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Realistic Persona Synthesis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Context-aware synthetic replacements for Names, Addresses, Phones, and Emails.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Maintains consistency across multi-page documents (same original entity maps to same synthetic mock).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Bi-directional mapping table securely stored in encrypted vault.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Hardware Key Hierarchy &amp; Volatile RAM Viewer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Zero-server key management with WebAuthn biometrics and zero-disk plaintext footprint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🔑 Key Management Hierarchy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Level 1: Master Key Derivation: Uses WebAuthn hardware biometric passkeys (TouchID/Windows Hello) or PBKDF2-SHA256 (600,000 iterations) with cryptographic salt to derive Master KEK.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Level 2: Envelope Encryption: Generates cryptographically secure 256-bit DEK (Data Encryption Key) per document via Web Crypto API (crypto.subtle).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Level 3: Key Wrapping: DEK is wrapped using AES-KW / AES-GCM with Master KEK before database persistence.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Zero Server Knowledge: Keys never leave the browser runtime; no backend server ever has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🛡️ Zero-Disk Volatile Memory Viewer (C6)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Plaintext Decryption in RAM: Decrypted buffers are held strictly in ephemeral JavaScript memory and rendered to canvas/iframe.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Zero Disk Traces: Decrypted files are never cached or written to local storage or IndexedDB in plaintext.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Real-Time Anti-Tamper Defense: Computes SHA-256 digest of ciphertext and plaintext before and after unwrap. Any bit modification triggers immediate integrity lock.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Auto-Revocation: Object URLs are revoked immediately upon closing the modal.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CONNECTED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Serverless P2P Sharing &amp; Browser Shield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Direct device-to-device encrypted transfers and live input protection across the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📡 Serverless WebRTC P2P Transfer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Zero Intermediary Servers: Direct browser-to-browser WebRTC DataChannel connection established via QR code SDP exchange.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Hybrid RSA-4096 + AES-256-GCM: Recipient generates RSA keypair; sender wraps DEK with recipient's public key.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High-Speed Binary Chunking: Files streamed in 16KB ArrayBuffer chunks with CRC/SHA-256 integrity validation.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Air-Gapped Privacy: File transfer works over local WiFi/Hotspot without passing through any cloud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🧩 Real-Time Chrome Extension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DOM Input Interception: Monitors form fields, textareas, and contenteditable elements in real-time.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Pre-Submission PII Shield: Detects Aadhaar, PAN, emails, and credentials typed into AI chat portals (ChatGPT, Claude, Gemini).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Actionable In-Page Prompts: Warns users before submission and offers one-click synthetic pseudonymization.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Local Background Worker: Manifest V3 compliant, runs 100% offline with zero external network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DOCUMENT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Multi-Page PDF Processing &amp; Dual-Mode Vault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Full page-by-page rendering, selective masking, and flexible export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📄 Multi-Page PDF Engine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Page-by-Page OCR &amp; Scanning: Scans every page in multi-page documents, mapping bounding boxes to page numbers.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Synchronized Canvas Masking: Applies pixelated privacy masks to affected pages while preserving untouched pages.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Lossless Multi-Page Assembly: Reconstructs genuine multi-page PDF documents via jsPDF with exact dimensional scaling.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Standalone Sensitive Crop Export: Allows downloading individual encrypted crop slices as separate PNGs for granular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55648"/>
            <a:ext cx="48463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📦 Dual-Mode Vault Downloads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🔒 Download Masked / Sanitized File: One-click export of the privacy-masked PDF/Image with blurred areas for safe distribution.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⬇️ Decrypt &amp; Restore Original: Biometrically authenticated restoration that reconstructs the clean original document.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🔄 Upload &amp; Match Retraction: Upload a masked document to automatically match against IndexedDB hashes and restore the original in RAM.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Interactive Preview Toggle: Seamlessly flip between 'Stored Masked' and 'Decrypted RAM' inside the viewer.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Modern, Robust &amp; Standards-Compliant Stack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Cutting-edge web standards combined with iNSIGHTS AI execution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6366F1"/>
                </a:solidFill>
              </a:defRPr>
            </a:pPr>
            <a:r>
              <a:t>Frontend &amp; UI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React 18 &amp; TypeScript for type-safe state management.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TailwindCSS for responsive, dark-mode glassmorphic design.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Lucide React for clean, accessible icon semantics.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Vite 6 for lightning-fast HMR and optimized production bundling.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AI &amp; iNSIGHTS Execution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iNSIGHTS AI Do-Engine (https://insights-ai.info) for workflow modeling &amp; agent execution.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Tesseract.js OCR in Web Worker threads.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PDF.js for client-side PDF rasterization.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OpenCV &amp; ONNX Runtime Web for local face and SLM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Crypto &amp; Networking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W3C Web Crypto API (SubtleCrypto) for AES-GCM and RSA-OAEP.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WebAuthn API for hardware biometric credentials.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IndexedDB (idb wrapper) for encrypted zero-server persistence.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WebRTC (RTCPeerConnection) for serverless P2P data streaming.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37744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Impact, Compliance &amp; Future Roadmap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Transforming data privacy from a reactive compliance burden into proactive client-side sovereignty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Regulatory Compliance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India DPDP Act 2023: Zero cross-border data transfer, local fiduciary control.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EU GDPR: Data minimization by default, right to erasure, zero cloud profiling.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HIPAA: Protected Health Information (PHI) encrypted before exposure.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PCI-DSS: Card numbers masked with valid Luhn test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Key Competitive Advantages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$0 Server Infrastructure Cost: Entire compute runs on user device.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Zero Latency: Instant local processing without network bottlenecks.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Total Sovereignty: Enterprise secrets never enter third-party cloud infrastructure.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Reversible &amp; Verifiable: Mathematical FPE and SHA-256 tamper defense.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55648"/>
            <a:ext cx="30175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Future with iNSIGHTS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Deep integration with iNSIGHTS AI Tools marketplace.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Edge WASM LLMs (Gemma / Llama-3 quantized models).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Collaborative multi-user zero-knowledge rooms.</a:t>
            </a:r>
          </a:p>
          <a:p>
            <a:pPr>
              <a:spcAft>
                <a:spcPts val="400"/>
              </a:spcAft>
              <a:defRPr sz="1200">
                <a:solidFill>
                  <a:srgbClr val="E2E8F0"/>
                </a:solidFill>
              </a:defRPr>
            </a:pPr>
            <a:r>
              <a:t>• Native mobile wrappers (iOS/Android) with Secure Enclave.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